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Diabetic Patient Prediction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Predict Diabetes Risk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Overview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is a chronic condition affecting hundreds of millions of people worldwide. Early identification of at-risk patients allows timely intervention and significantly improves long-term health outcomes.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11064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often develops silently before diagnosis, delaying treatment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clinical data can reveal risk patterns before symptoms appear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risk assessment is time-consuming and inconsistent across clinicians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enables fast, data-driven, and scalable risk prediction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5372100" cy="3931920"/>
          </a:xfrm>
          <a:prstGeom prst="roundRect">
            <a:avLst>
              <a:gd name="adj" fmla="val 1860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2194560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834640"/>
            <a:ext cx="47320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patients are diagnosed with diabetes only after complications appear, because early risk factors go unnoticed in routine checkups.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40780" y="1920240"/>
            <a:ext cx="5372100" cy="3931920"/>
          </a:xfrm>
          <a:prstGeom prst="roundRect">
            <a:avLst>
              <a:gd name="adj" fmla="val 1860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60820" y="2194560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6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60820" y="2834640"/>
            <a:ext cx="47320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that uses patient health data to classify individuals as diabetic or non-diabetic with high reliability.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476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Level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94767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glucose concentration, a primary diabetes indicator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715768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788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mass index, reflecting weight relative to height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557016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6301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 blood pressure reading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398264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4714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447141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age, a known risk factor for type 2 diabetes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239512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31266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&amp; Pedigree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531266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insulin level and family history / genetic risk score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3796" y="28346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E6F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3796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74036" y="283464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894076" y="28346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E6F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94076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14316" y="283464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134356" y="28346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E6F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34356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54596" y="283464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74636" y="28346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E6F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74636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294876" y="283464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614916" y="28346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C154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14916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5720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are cleaned, relevant clinical features are selected, and a trained classifier estimates diabetes risk.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or zero-value clinical entries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Normalizing/scaling numerical features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outliers and duplicate records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5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Preparing for Modeling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233172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for unbiased evaluation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classes (e.g., SMOTE) if data is skewed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categorical variables where present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Algorithms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6771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baseline for binary classification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828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6771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based on similarity to nearby patient records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1089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564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an optimal boundary between diabetic and non-diabetic cases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01752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1089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4564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model offering clear clinical interpretability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976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6451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trees; robust and reduces overfitting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2062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42976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6451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ensemble delivering high predictive accuracy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used to assess prediction models: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2E6F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2860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proportion of correctly classified patients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2E6F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31546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predicted diabetic, how many truly are — reduces unnecessary alarm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2E6F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(Sensitivity)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40233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diabetic patients, how many were correctly identified — critical in healthcare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2E6F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92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48920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model's ability to distinguish between classes across thresholds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11064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can identify diabetes risk from routine clinical data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especially important — missing a true diabetic case carries high cost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like Random Forest and XGBoost tend to perform strongly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larger datasets, explainable AI, and integration with clinical systems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C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2026-09-25T16:58:52Z</dcterms:created>
  <dcterms:modified xsi:type="dcterms:W3CDTF">2026-09-25T16:58:52Z</dcterms:modified>
</cp:coreProperties>
</file>